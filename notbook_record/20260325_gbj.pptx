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6065" y="262255"/>
            <a:ext cx="591947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本周任务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和张师兄一起打鼠</a:t>
            </a:r>
            <a:r>
              <a:rPr lang="en-US" altLang="zh-CN"/>
              <a:t>，</a:t>
            </a:r>
            <a:r>
              <a:rPr lang="zh-CN" altLang="en-US"/>
              <a:t>和莫师弟</a:t>
            </a:r>
            <a:r>
              <a:rPr lang="zh-CN" altLang="en-US"/>
              <a:t>一起跑代码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送</a:t>
            </a:r>
            <a:r>
              <a:rPr lang="en-US" altLang="zh-CN"/>
              <a:t>CapX</a:t>
            </a:r>
            <a:r>
              <a:rPr lang="zh-CN" altLang="en-US"/>
              <a:t>版</a:t>
            </a:r>
            <a:r>
              <a:rPr lang="en-US" altLang="zh-CN"/>
              <a:t>H1~H3</a:t>
            </a:r>
            <a:r>
              <a:rPr lang="zh-CN" altLang="en-US"/>
              <a:t>的质粒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软件开发技术方案</a:t>
            </a:r>
            <a:r>
              <a:rPr lang="en-US" altLang="zh-CN"/>
              <a:t>，</a:t>
            </a:r>
            <a:r>
              <a:rPr lang="zh-CN" altLang="en-US"/>
              <a:t>计划</a:t>
            </a:r>
            <a:r>
              <a:rPr lang="zh-CN" altLang="en-US"/>
              <a:t>先给出一版新的</a:t>
            </a:r>
            <a:r>
              <a:rPr lang="en-US" altLang="zh-CN"/>
              <a:t>MVP</a:t>
            </a:r>
            <a:r>
              <a:rPr lang="zh-CN" altLang="en-US"/>
              <a:t>可运行版本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给凌</a:t>
            </a:r>
            <a:r>
              <a:rPr lang="zh-CN" altLang="en-US"/>
              <a:t>师妹找肌电和运动学数据</a:t>
            </a:r>
            <a:r>
              <a:rPr lang="en-US" altLang="zh-CN"/>
              <a:t>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下周任务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张师兄的鼠灌流</a:t>
            </a:r>
            <a:r>
              <a:rPr lang="en-US" altLang="zh-CN"/>
              <a:t>，</a:t>
            </a:r>
            <a:r>
              <a:rPr lang="zh-CN" altLang="en-US"/>
              <a:t>包埋；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莫师弟项目推进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两个</a:t>
            </a:r>
            <a:r>
              <a:rPr lang="en-US" altLang="zh-CN"/>
              <a:t>NNK</a:t>
            </a:r>
            <a:r>
              <a:rPr lang="zh-CN" altLang="en-US"/>
              <a:t>的库的安排包装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员师弟</a:t>
            </a:r>
            <a:r>
              <a:rPr lang="en-US" altLang="zh-CN"/>
              <a:t>pulldown</a:t>
            </a:r>
            <a:r>
              <a:rPr lang="zh-CN" altLang="en-US"/>
              <a:t>辅助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5. tf</a:t>
            </a:r>
            <a:r>
              <a:rPr lang="zh-CN" altLang="en-US"/>
              <a:t>数据桥接分析</a:t>
            </a:r>
            <a:r>
              <a:rPr lang="en-US" altLang="zh-CN"/>
              <a:t>；</a:t>
            </a:r>
            <a:endParaRPr lang="en-US" altLang="zh-CN"/>
          </a:p>
          <a:p>
            <a:r>
              <a:rPr lang="en-US" altLang="zh-CN"/>
              <a:t>6. </a:t>
            </a:r>
            <a:r>
              <a:rPr lang="zh-CN" altLang="en-US"/>
              <a:t>整理冰箱里的组织</a:t>
            </a:r>
            <a:r>
              <a:rPr lang="en-US" altLang="zh-CN"/>
              <a:t>；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2790" y="262255"/>
            <a:ext cx="4961890" cy="44850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WPS 演示</Application>
  <PresentationFormat>宽屏</PresentationFormat>
  <Paragraphs>20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Elixir</cp:lastModifiedBy>
  <cp:revision>162</cp:revision>
  <dcterms:created xsi:type="dcterms:W3CDTF">2026-03-25T08:22:11Z</dcterms:created>
  <dcterms:modified xsi:type="dcterms:W3CDTF">2026-03-25T08:22:11Z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F2501C97CC9689C65F8DC369EC219DDD_41</vt:lpwstr>
  </property>
</Properties>
</file>